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Object Design Process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Overview</a:t>
            </a:r>
          </a:p>
          <a:p/>
          <a:p>
            <a:r>
              <a:t>Presented by: Your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 Design is a phase of Object-Oriented Software Engineering</a:t>
            </a:r>
          </a:p>
          <a:p>
            <a:r>
              <a:t>It follows Object-Oriented Analysis (OOA)</a:t>
            </a:r>
          </a:p>
          <a:p>
            <a:r>
              <a:t>Focuses on how the system will be built</a:t>
            </a:r>
          </a:p>
          <a:p>
            <a:r>
              <a:t>Transforms analysis into design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Object Design?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Defines classes, attributes, and methods</a:t>
            </a:r>
          </a:p>
          <a:p>
            <a:r>
              <a:t>Establishes relationships between objects</a:t>
            </a:r>
          </a:p>
          <a:p>
            <a:r>
              <a:t>Acts as a bridge between analysis and coding</a:t>
            </a:r>
          </a:p>
          <a:p>
            <a:r>
              <a:t>Produces detailed design specifications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Object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a clear system structure</a:t>
            </a:r>
          </a:p>
          <a:p>
            <a:r>
              <a:t>Assign responsibilities to objects</a:t>
            </a:r>
          </a:p>
          <a:p>
            <a:r>
              <a:t>Improve reusability and maintainability</a:t>
            </a:r>
          </a:p>
          <a:p>
            <a:r>
              <a:t>Reduce system complexity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Activities in Object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Identifying classes</a:t>
            </a:r>
          </a:p>
          <a:p>
            <a:r>
              <a:t>Defining attributes</a:t>
            </a:r>
          </a:p>
          <a:p>
            <a:r>
              <a:t>Defining methods</a:t>
            </a:r>
          </a:p>
          <a:p>
            <a:r>
              <a:t>Establishing relationships</a:t>
            </a:r>
          </a:p>
          <a:p>
            <a:r>
              <a:t>Applying design principles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Identifying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Derived from real-world entities</a:t>
            </a:r>
          </a:p>
          <a:p>
            <a:r>
              <a:t>Extracted from use cases</a:t>
            </a:r>
          </a:p>
          <a:p>
            <a:r>
              <a:t>Each class represents an object</a:t>
            </a:r>
          </a:p>
          <a:p>
            <a:r>
              <a:t>Example: Student, Course, Teacher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Defining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Attributes define the state of an object</a:t>
            </a:r>
          </a:p>
          <a:p>
            <a:r>
              <a:t>Should be relevant and necessary</a:t>
            </a:r>
          </a:p>
          <a:p>
            <a:r>
              <a:t>Avoid redundancy</a:t>
            </a:r>
          </a:p>
          <a:p>
            <a:r>
              <a:t>Example: Student → name, rollNo, 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Methods define object behavior</a:t>
            </a:r>
          </a:p>
          <a:p>
            <a:r>
              <a:t>Perform operations on attributes</a:t>
            </a:r>
          </a:p>
          <a:p>
            <a:r>
              <a:t>Support interaction between objects</a:t>
            </a:r>
          </a:p>
          <a:p>
            <a:r>
              <a:t>Example: enrollCourse(), displayInfo()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Objects communicate using relationships</a:t>
            </a:r>
          </a:p>
          <a:p>
            <a:r>
              <a:t>Association, Aggregation, Composition</a:t>
            </a:r>
          </a:p>
          <a:p>
            <a:r>
              <a:t>Inheritance for reusability</a:t>
            </a:r>
          </a:p>
          <a:p>
            <a:r>
              <a:t>Example: Student enrolls in Course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Encapsulation</a:t>
            </a:r>
          </a:p>
          <a:p>
            <a:r>
              <a:t>Abstraction</a:t>
            </a:r>
          </a:p>
          <a:p>
            <a:r>
              <a:t>Low coupling and high cohesion</a:t>
            </a:r>
          </a:p>
          <a:p>
            <a:r>
              <a:t>Modularity and flexibility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UML Diagrams in Object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Diagram</a:t>
            </a:r>
          </a:p>
          <a:p>
            <a:r>
              <a:t>Sequence Diagram</a:t>
            </a:r>
          </a:p>
          <a:p>
            <a:r>
              <a:t>Object Diagram</a:t>
            </a:r>
          </a:p>
          <a:p>
            <a:r>
              <a:t>Used to visualize system structure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UML Class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27432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Student</a:t>
            </a:r>
          </a:p>
          <a:p>
            <a:r>
              <a:t>----------------</a:t>
            </a:r>
          </a:p>
          <a:p>
            <a:r>
              <a:t>name</a:t>
            </a:r>
          </a:p>
          <a:p>
            <a:r>
              <a:t>rollNo</a:t>
            </a:r>
          </a:p>
          <a:p>
            <a:r>
              <a:t>age</a:t>
            </a:r>
          </a:p>
          <a:p>
            <a:r>
              <a:t>----------------</a:t>
            </a:r>
          </a:p>
          <a:p>
            <a:r>
              <a:t>enrollCourse()</a:t>
            </a:r>
          </a:p>
          <a:p>
            <a:r>
              <a:t>displayInfo()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371600"/>
            <a:ext cx="27432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Course</a:t>
            </a:r>
          </a:p>
          <a:p>
            <a:r>
              <a:t>----------------</a:t>
            </a:r>
          </a:p>
          <a:p>
            <a:r>
              <a:t>courseName</a:t>
            </a:r>
          </a:p>
          <a:p>
            <a:r>
              <a:t>courseId</a:t>
            </a:r>
          </a:p>
          <a:p>
            <a:r>
              <a:t>----------------</a:t>
            </a:r>
          </a:p>
          <a:p>
            <a:r>
              <a:t>addStudent()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Object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Clear architecture</a:t>
            </a:r>
          </a:p>
          <a:p>
            <a:r>
              <a:t>Easy implementation</a:t>
            </a:r>
          </a:p>
          <a:p>
            <a:r>
              <a:t>Scalable system</a:t>
            </a:r>
          </a:p>
          <a:p>
            <a:r>
              <a:t>Better code quality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 Design converts requirements into structure</a:t>
            </a:r>
          </a:p>
          <a:p>
            <a:r>
              <a:t>Essential for robust object-oriented systems</a:t>
            </a:r>
          </a:p>
          <a:p>
            <a:r>
              <a:t>Good design leads to quality software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